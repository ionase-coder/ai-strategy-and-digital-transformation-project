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6B0937-3CD3-6540-90FD-80634E3254C7}" v="41" dt="2026-02-04T14:46:13.8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95"/>
    <p:restoredTop sz="94643"/>
  </p:normalViewPr>
  <p:slideViewPr>
    <p:cSldViewPr snapToGrid="0">
      <p:cViewPr>
        <p:scale>
          <a:sx n="83" d="100"/>
          <a:sy n="83" d="100"/>
        </p:scale>
        <p:origin x="944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 Ionescu" userId="1737c500eb4f5867" providerId="LiveId" clId="{0E51ED83-CB49-5262-B22A-8E3169725EA2}"/>
    <pc:docChg chg="undo custSel addSld delSld modSld">
      <pc:chgData name="Marc Ionescu" userId="1737c500eb4f5867" providerId="LiveId" clId="{0E51ED83-CB49-5262-B22A-8E3169725EA2}" dt="2026-02-04T15:00:15.081" v="3250" actId="20577"/>
      <pc:docMkLst>
        <pc:docMk/>
      </pc:docMkLst>
      <pc:sldChg chg="addSp delSp modSp mod modClrScheme chgLayout">
        <pc:chgData name="Marc Ionescu" userId="1737c500eb4f5867" providerId="LiveId" clId="{0E51ED83-CB49-5262-B22A-8E3169725EA2}" dt="2026-02-04T11:42:30.353" v="197" actId="20577"/>
        <pc:sldMkLst>
          <pc:docMk/>
          <pc:sldMk cId="3442398008" sldId="256"/>
        </pc:sldMkLst>
        <pc:spChg chg="mod ord">
          <ac:chgData name="Marc Ionescu" userId="1737c500eb4f5867" providerId="LiveId" clId="{0E51ED83-CB49-5262-B22A-8E3169725EA2}" dt="2026-02-04T11:42:30.353" v="197" actId="20577"/>
          <ac:spMkLst>
            <pc:docMk/>
            <pc:sldMk cId="3442398008" sldId="256"/>
            <ac:spMk id="2" creationId="{F988F98E-2BBA-ECCB-5302-ED03FC8A8551}"/>
          </ac:spMkLst>
        </pc:spChg>
        <pc:spChg chg="mod ord">
          <ac:chgData name="Marc Ionescu" userId="1737c500eb4f5867" providerId="LiveId" clId="{0E51ED83-CB49-5262-B22A-8E3169725EA2}" dt="2026-01-29T14:06:09.308" v="61" actId="700"/>
          <ac:spMkLst>
            <pc:docMk/>
            <pc:sldMk cId="3442398008" sldId="256"/>
            <ac:spMk id="3" creationId="{B2513C0D-9631-7BEF-22CC-1F48140265D7}"/>
          </ac:spMkLst>
        </pc:spChg>
      </pc:sldChg>
      <pc:sldChg chg="addSp delSp modSp new mod chgLayout">
        <pc:chgData name="Marc Ionescu" userId="1737c500eb4f5867" providerId="LiveId" clId="{0E51ED83-CB49-5262-B22A-8E3169725EA2}" dt="2026-02-04T14:14:17.759" v="2803" actId="20577"/>
        <pc:sldMkLst>
          <pc:docMk/>
          <pc:sldMk cId="1532293514" sldId="257"/>
        </pc:sldMkLst>
        <pc:spChg chg="add mod ord">
          <ac:chgData name="Marc Ionescu" userId="1737c500eb4f5867" providerId="LiveId" clId="{0E51ED83-CB49-5262-B22A-8E3169725EA2}" dt="2026-01-29T14:06:38.112" v="70" actId="20577"/>
          <ac:spMkLst>
            <pc:docMk/>
            <pc:sldMk cId="1532293514" sldId="257"/>
            <ac:spMk id="4" creationId="{1DC4D564-85FC-8182-F28F-E00DCCEF628F}"/>
          </ac:spMkLst>
        </pc:spChg>
        <pc:spChg chg="add mod ord">
          <ac:chgData name="Marc Ionescu" userId="1737c500eb4f5867" providerId="LiveId" clId="{0E51ED83-CB49-5262-B22A-8E3169725EA2}" dt="2026-02-04T14:14:17.759" v="2803" actId="20577"/>
          <ac:spMkLst>
            <pc:docMk/>
            <pc:sldMk cId="1532293514" sldId="257"/>
            <ac:spMk id="5" creationId="{1A1C2DD1-CD7E-D3FA-D759-87E55FABBD14}"/>
          </ac:spMkLst>
        </pc:spChg>
      </pc:sldChg>
      <pc:sldChg chg="modSp new mod">
        <pc:chgData name="Marc Ionescu" userId="1737c500eb4f5867" providerId="LiveId" clId="{0E51ED83-CB49-5262-B22A-8E3169725EA2}" dt="2026-02-04T11:54:50.723" v="520" actId="20577"/>
        <pc:sldMkLst>
          <pc:docMk/>
          <pc:sldMk cId="2350498187" sldId="258"/>
        </pc:sldMkLst>
        <pc:spChg chg="mod">
          <ac:chgData name="Marc Ionescu" userId="1737c500eb4f5867" providerId="LiveId" clId="{0E51ED83-CB49-5262-B22A-8E3169725EA2}" dt="2026-02-04T11:42:52.986" v="219" actId="20577"/>
          <ac:spMkLst>
            <pc:docMk/>
            <pc:sldMk cId="2350498187" sldId="258"/>
            <ac:spMk id="2" creationId="{D4245F26-01AA-EAEF-813D-E4774DAC0347}"/>
          </ac:spMkLst>
        </pc:spChg>
        <pc:spChg chg="mod">
          <ac:chgData name="Marc Ionescu" userId="1737c500eb4f5867" providerId="LiveId" clId="{0E51ED83-CB49-5262-B22A-8E3169725EA2}" dt="2026-02-04T11:54:50.723" v="520" actId="20577"/>
          <ac:spMkLst>
            <pc:docMk/>
            <pc:sldMk cId="2350498187" sldId="258"/>
            <ac:spMk id="3" creationId="{4A3C97A6-E005-DF32-C66F-F51AF746AC74}"/>
          </ac:spMkLst>
        </pc:spChg>
      </pc:sldChg>
      <pc:sldChg chg="addSp modSp new mod">
        <pc:chgData name="Marc Ionescu" userId="1737c500eb4f5867" providerId="LiveId" clId="{0E51ED83-CB49-5262-B22A-8E3169725EA2}" dt="2026-02-04T12:06:10.681" v="919" actId="1076"/>
        <pc:sldMkLst>
          <pc:docMk/>
          <pc:sldMk cId="3242839717" sldId="259"/>
        </pc:sldMkLst>
        <pc:spChg chg="mod">
          <ac:chgData name="Marc Ionescu" userId="1737c500eb4f5867" providerId="LiveId" clId="{0E51ED83-CB49-5262-B22A-8E3169725EA2}" dt="2026-02-04T11:55:22.692" v="550" actId="20577"/>
          <ac:spMkLst>
            <pc:docMk/>
            <pc:sldMk cId="3242839717" sldId="259"/>
            <ac:spMk id="2" creationId="{605254EA-0B70-8E2C-061B-6AC6BECA3A46}"/>
          </ac:spMkLst>
        </pc:spChg>
        <pc:spChg chg="mod">
          <ac:chgData name="Marc Ionescu" userId="1737c500eb4f5867" providerId="LiveId" clId="{0E51ED83-CB49-5262-B22A-8E3169725EA2}" dt="2026-02-04T12:05:55.681" v="917" actId="1076"/>
          <ac:spMkLst>
            <pc:docMk/>
            <pc:sldMk cId="3242839717" sldId="259"/>
            <ac:spMk id="3" creationId="{32BDE11B-792B-091C-05F5-DB13683ECE2C}"/>
          </ac:spMkLst>
        </pc:spChg>
        <pc:spChg chg="add mod">
          <ac:chgData name="Marc Ionescu" userId="1737c500eb4f5867" providerId="LiveId" clId="{0E51ED83-CB49-5262-B22A-8E3169725EA2}" dt="2026-02-04T12:06:10.681" v="919" actId="1076"/>
          <ac:spMkLst>
            <pc:docMk/>
            <pc:sldMk cId="3242839717" sldId="259"/>
            <ac:spMk id="4" creationId="{1B081C7C-E880-0CEE-16C0-E8548D4CBA09}"/>
          </ac:spMkLst>
        </pc:spChg>
      </pc:sldChg>
      <pc:sldChg chg="add del">
        <pc:chgData name="Marc Ionescu" userId="1737c500eb4f5867" providerId="LiveId" clId="{0E51ED83-CB49-5262-B22A-8E3169725EA2}" dt="2026-02-04T12:13:31.765" v="1190"/>
        <pc:sldMkLst>
          <pc:docMk/>
          <pc:sldMk cId="1181715865" sldId="260"/>
        </pc:sldMkLst>
      </pc:sldChg>
      <pc:sldChg chg="add del">
        <pc:chgData name="Marc Ionescu" userId="1737c500eb4f5867" providerId="LiveId" clId="{0E51ED83-CB49-5262-B22A-8E3169725EA2}" dt="2026-02-04T12:13:27.305" v="1188"/>
        <pc:sldMkLst>
          <pc:docMk/>
          <pc:sldMk cId="1712400126" sldId="260"/>
        </pc:sldMkLst>
      </pc:sldChg>
      <pc:sldChg chg="modSp add del mod">
        <pc:chgData name="Marc Ionescu" userId="1737c500eb4f5867" providerId="LiveId" clId="{0E51ED83-CB49-5262-B22A-8E3169725EA2}" dt="2026-02-04T12:13:32.597" v="1191" actId="2696"/>
        <pc:sldMkLst>
          <pc:docMk/>
          <pc:sldMk cId="1935835168" sldId="260"/>
        </pc:sldMkLst>
        <pc:spChg chg="mod">
          <ac:chgData name="Marc Ionescu" userId="1737c500eb4f5867" providerId="LiveId" clId="{0E51ED83-CB49-5262-B22A-8E3169725EA2}" dt="2026-02-04T12:06:44.411" v="945" actId="20577"/>
          <ac:spMkLst>
            <pc:docMk/>
            <pc:sldMk cId="1935835168" sldId="260"/>
            <ac:spMk id="2" creationId="{E28E831A-4A9E-9B46-2E05-973EEA15F57B}"/>
          </ac:spMkLst>
        </pc:spChg>
        <pc:spChg chg="mod">
          <ac:chgData name="Marc Ionescu" userId="1737c500eb4f5867" providerId="LiveId" clId="{0E51ED83-CB49-5262-B22A-8E3169725EA2}" dt="2026-02-04T12:10:36.679" v="1153" actId="5793"/>
          <ac:spMkLst>
            <pc:docMk/>
            <pc:sldMk cId="1935835168" sldId="260"/>
            <ac:spMk id="3" creationId="{8DFA65D6-2B75-6A49-C18D-47BA45B4CBE5}"/>
          </ac:spMkLst>
        </pc:spChg>
        <pc:spChg chg="mod">
          <ac:chgData name="Marc Ionescu" userId="1737c500eb4f5867" providerId="LiveId" clId="{0E51ED83-CB49-5262-B22A-8E3169725EA2}" dt="2026-02-04T12:11:45.680" v="1185" actId="14100"/>
          <ac:spMkLst>
            <pc:docMk/>
            <pc:sldMk cId="1935835168" sldId="260"/>
            <ac:spMk id="4" creationId="{2E9E60C8-620E-5E96-12B3-DD594414D917}"/>
          </ac:spMkLst>
        </pc:spChg>
      </pc:sldChg>
      <pc:sldChg chg="modSp add mod">
        <pc:chgData name="Marc Ionescu" userId="1737c500eb4f5867" providerId="LiveId" clId="{0E51ED83-CB49-5262-B22A-8E3169725EA2}" dt="2026-02-04T13:22:56.242" v="1861" actId="20577"/>
        <pc:sldMkLst>
          <pc:docMk/>
          <pc:sldMk cId="875903790" sldId="261"/>
        </pc:sldMkLst>
        <pc:spChg chg="mod">
          <ac:chgData name="Marc Ionescu" userId="1737c500eb4f5867" providerId="LiveId" clId="{0E51ED83-CB49-5262-B22A-8E3169725EA2}" dt="2026-02-04T12:15:32.381" v="1359" actId="20577"/>
          <ac:spMkLst>
            <pc:docMk/>
            <pc:sldMk cId="875903790" sldId="261"/>
            <ac:spMk id="2" creationId="{C854CDF0-15B7-0078-0B7C-8C8158B781FA}"/>
          </ac:spMkLst>
        </pc:spChg>
        <pc:spChg chg="mod">
          <ac:chgData name="Marc Ionescu" userId="1737c500eb4f5867" providerId="LiveId" clId="{0E51ED83-CB49-5262-B22A-8E3169725EA2}" dt="2026-02-04T13:22:56.242" v="1861" actId="20577"/>
          <ac:spMkLst>
            <pc:docMk/>
            <pc:sldMk cId="875903790" sldId="261"/>
            <ac:spMk id="3" creationId="{F7F65BA6-7376-084F-A79B-8D1BFA9D7755}"/>
          </ac:spMkLst>
        </pc:spChg>
        <pc:spChg chg="mod">
          <ac:chgData name="Marc Ionescu" userId="1737c500eb4f5867" providerId="LiveId" clId="{0E51ED83-CB49-5262-B22A-8E3169725EA2}" dt="2026-02-04T13:20:28.936" v="1800" actId="1076"/>
          <ac:spMkLst>
            <pc:docMk/>
            <pc:sldMk cId="875903790" sldId="261"/>
            <ac:spMk id="4" creationId="{1A77C858-71E6-D328-A2D0-CBD3BC477E46}"/>
          </ac:spMkLst>
        </pc:spChg>
      </pc:sldChg>
      <pc:sldChg chg="modSp add mod">
        <pc:chgData name="Marc Ionescu" userId="1737c500eb4f5867" providerId="LiveId" clId="{0E51ED83-CB49-5262-B22A-8E3169725EA2}" dt="2026-02-04T13:28:44.314" v="2075" actId="20577"/>
        <pc:sldMkLst>
          <pc:docMk/>
          <pc:sldMk cId="159764330" sldId="262"/>
        </pc:sldMkLst>
        <pc:spChg chg="mod">
          <ac:chgData name="Marc Ionescu" userId="1737c500eb4f5867" providerId="LiveId" clId="{0E51ED83-CB49-5262-B22A-8E3169725EA2}" dt="2026-02-04T12:15:25.088" v="1348" actId="20577"/>
          <ac:spMkLst>
            <pc:docMk/>
            <pc:sldMk cId="159764330" sldId="262"/>
            <ac:spMk id="2" creationId="{6DA458C2-5532-0D90-6F07-867F689C8CCC}"/>
          </ac:spMkLst>
        </pc:spChg>
        <pc:spChg chg="mod">
          <ac:chgData name="Marc Ionescu" userId="1737c500eb4f5867" providerId="LiveId" clId="{0E51ED83-CB49-5262-B22A-8E3169725EA2}" dt="2026-02-04T13:24:47.681" v="1989" actId="20577"/>
          <ac:spMkLst>
            <pc:docMk/>
            <pc:sldMk cId="159764330" sldId="262"/>
            <ac:spMk id="3" creationId="{033674B9-9AAE-C6B2-EDAC-5B327F2581F5}"/>
          </ac:spMkLst>
        </pc:spChg>
        <pc:spChg chg="mod">
          <ac:chgData name="Marc Ionescu" userId="1737c500eb4f5867" providerId="LiveId" clId="{0E51ED83-CB49-5262-B22A-8E3169725EA2}" dt="2026-02-04T13:28:44.314" v="2075" actId="20577"/>
          <ac:spMkLst>
            <pc:docMk/>
            <pc:sldMk cId="159764330" sldId="262"/>
            <ac:spMk id="4" creationId="{46868AAC-32BB-1558-300D-969D3F8B7FFE}"/>
          </ac:spMkLst>
        </pc:spChg>
      </pc:sldChg>
      <pc:sldChg chg="modSp add mod">
        <pc:chgData name="Marc Ionescu" userId="1737c500eb4f5867" providerId="LiveId" clId="{0E51ED83-CB49-5262-B22A-8E3169725EA2}" dt="2026-02-04T13:33:20.532" v="2343" actId="20577"/>
        <pc:sldMkLst>
          <pc:docMk/>
          <pc:sldMk cId="3993915086" sldId="263"/>
        </pc:sldMkLst>
        <pc:spChg chg="mod">
          <ac:chgData name="Marc Ionescu" userId="1737c500eb4f5867" providerId="LiveId" clId="{0E51ED83-CB49-5262-B22A-8E3169725EA2}" dt="2026-02-04T12:15:13.672" v="1336" actId="20577"/>
          <ac:spMkLst>
            <pc:docMk/>
            <pc:sldMk cId="3993915086" sldId="263"/>
            <ac:spMk id="2" creationId="{139E7F5A-6965-71A1-99C0-2539794CC6B9}"/>
          </ac:spMkLst>
        </pc:spChg>
        <pc:spChg chg="mod">
          <ac:chgData name="Marc Ionescu" userId="1737c500eb4f5867" providerId="LiveId" clId="{0E51ED83-CB49-5262-B22A-8E3169725EA2}" dt="2026-02-04T13:32:28.186" v="2306" actId="20577"/>
          <ac:spMkLst>
            <pc:docMk/>
            <pc:sldMk cId="3993915086" sldId="263"/>
            <ac:spMk id="3" creationId="{EC584167-E3F8-F5BB-9DFB-6BC2D6F6800B}"/>
          </ac:spMkLst>
        </pc:spChg>
        <pc:spChg chg="mod">
          <ac:chgData name="Marc Ionescu" userId="1737c500eb4f5867" providerId="LiveId" clId="{0E51ED83-CB49-5262-B22A-8E3169725EA2}" dt="2026-02-04T13:33:20.532" v="2343" actId="20577"/>
          <ac:spMkLst>
            <pc:docMk/>
            <pc:sldMk cId="3993915086" sldId="263"/>
            <ac:spMk id="4" creationId="{1FC7CC24-5A97-0443-0047-0FCA7BECD922}"/>
          </ac:spMkLst>
        </pc:spChg>
      </pc:sldChg>
      <pc:sldChg chg="addSp delSp modSp add mod">
        <pc:chgData name="Marc Ionescu" userId="1737c500eb4f5867" providerId="LiveId" clId="{0E51ED83-CB49-5262-B22A-8E3169725EA2}" dt="2026-02-04T13:15:33.514" v="1665" actId="20577"/>
        <pc:sldMkLst>
          <pc:docMk/>
          <pc:sldMk cId="2631181950" sldId="264"/>
        </pc:sldMkLst>
        <pc:spChg chg="mod">
          <ac:chgData name="Marc Ionescu" userId="1737c500eb4f5867" providerId="LiveId" clId="{0E51ED83-CB49-5262-B22A-8E3169725EA2}" dt="2026-02-04T12:16:04.574" v="1386" actId="20577"/>
          <ac:spMkLst>
            <pc:docMk/>
            <pc:sldMk cId="2631181950" sldId="264"/>
            <ac:spMk id="2" creationId="{428F271B-8367-5071-B171-6387F19D3CFF}"/>
          </ac:spMkLst>
        </pc:spChg>
        <pc:spChg chg="mod">
          <ac:chgData name="Marc Ionescu" userId="1737c500eb4f5867" providerId="LiveId" clId="{0E51ED83-CB49-5262-B22A-8E3169725EA2}" dt="2026-02-04T13:13:59.198" v="1605" actId="20577"/>
          <ac:spMkLst>
            <pc:docMk/>
            <pc:sldMk cId="2631181950" sldId="264"/>
            <ac:spMk id="3" creationId="{5D464BD1-D522-AEEC-06C9-D1D24A8BDA5B}"/>
          </ac:spMkLst>
        </pc:spChg>
        <pc:spChg chg="add del mod">
          <ac:chgData name="Marc Ionescu" userId="1737c500eb4f5867" providerId="LiveId" clId="{0E51ED83-CB49-5262-B22A-8E3169725EA2}" dt="2026-02-04T13:15:33.514" v="1665" actId="20577"/>
          <ac:spMkLst>
            <pc:docMk/>
            <pc:sldMk cId="2631181950" sldId="264"/>
            <ac:spMk id="4" creationId="{32C708D6-B9E9-36AD-2501-633E05FEDF97}"/>
          </ac:spMkLst>
        </pc:spChg>
      </pc:sldChg>
      <pc:sldChg chg="addSp delSp modSp new mod">
        <pc:chgData name="Marc Ionescu" userId="1737c500eb4f5867" providerId="LiveId" clId="{0E51ED83-CB49-5262-B22A-8E3169725EA2}" dt="2026-02-04T14:13:17.981" v="2710" actId="1076"/>
        <pc:sldMkLst>
          <pc:docMk/>
          <pc:sldMk cId="733822215" sldId="265"/>
        </pc:sldMkLst>
        <pc:spChg chg="mod">
          <ac:chgData name="Marc Ionescu" userId="1737c500eb4f5867" providerId="LiveId" clId="{0E51ED83-CB49-5262-B22A-8E3169725EA2}" dt="2026-02-04T13:34:17.417" v="2391"/>
          <ac:spMkLst>
            <pc:docMk/>
            <pc:sldMk cId="733822215" sldId="265"/>
            <ac:spMk id="2" creationId="{FEB6AFF5-9B41-B9CB-7ED3-D0961994FFA5}"/>
          </ac:spMkLst>
        </pc:spChg>
        <pc:spChg chg="add del mod">
          <ac:chgData name="Marc Ionescu" userId="1737c500eb4f5867" providerId="LiveId" clId="{0E51ED83-CB49-5262-B22A-8E3169725EA2}" dt="2026-02-04T14:13:06.609" v="2709" actId="403"/>
          <ac:spMkLst>
            <pc:docMk/>
            <pc:sldMk cId="733822215" sldId="265"/>
            <ac:spMk id="3" creationId="{1E4B4D9E-EE5D-81E3-BE4A-B9D83B84B2BC}"/>
          </ac:spMkLst>
        </pc:spChg>
        <pc:spChg chg="add del mod">
          <ac:chgData name="Marc Ionescu" userId="1737c500eb4f5867" providerId="LiveId" clId="{0E51ED83-CB49-5262-B22A-8E3169725EA2}" dt="2026-02-04T14:11:14.282" v="2675" actId="478"/>
          <ac:spMkLst>
            <pc:docMk/>
            <pc:sldMk cId="733822215" sldId="265"/>
            <ac:spMk id="5" creationId="{4B786C20-94DE-FCA7-2677-3E7405C7DF21}"/>
          </ac:spMkLst>
        </pc:spChg>
        <pc:picChg chg="add mod">
          <ac:chgData name="Marc Ionescu" userId="1737c500eb4f5867" providerId="LiveId" clId="{0E51ED83-CB49-5262-B22A-8E3169725EA2}" dt="2026-02-04T14:13:17.981" v="2710" actId="1076"/>
          <ac:picMkLst>
            <pc:docMk/>
            <pc:sldMk cId="733822215" sldId="265"/>
            <ac:picMk id="6" creationId="{14CE3A41-AF1B-1AF5-C80E-7BADD5F5B6EC}"/>
          </ac:picMkLst>
        </pc:picChg>
      </pc:sldChg>
      <pc:sldChg chg="addSp delSp modSp new mod setBg">
        <pc:chgData name="Marc Ionescu" userId="1737c500eb4f5867" providerId="LiveId" clId="{0E51ED83-CB49-5262-B22A-8E3169725EA2}" dt="2026-02-04T14:29:05.899" v="2867" actId="1076"/>
        <pc:sldMkLst>
          <pc:docMk/>
          <pc:sldMk cId="1085047960" sldId="266"/>
        </pc:sldMkLst>
        <pc:spChg chg="mod">
          <ac:chgData name="Marc Ionescu" userId="1737c500eb4f5867" providerId="LiveId" clId="{0E51ED83-CB49-5262-B22A-8E3169725EA2}" dt="2026-02-04T14:14:42.156" v="2807" actId="26606"/>
          <ac:spMkLst>
            <pc:docMk/>
            <pc:sldMk cId="1085047960" sldId="266"/>
            <ac:spMk id="2" creationId="{D7CB25EF-AB6E-B136-4E83-FD5AD98974A0}"/>
          </ac:spMkLst>
        </pc:spChg>
        <pc:spChg chg="add del">
          <ac:chgData name="Marc Ionescu" userId="1737c500eb4f5867" providerId="LiveId" clId="{0E51ED83-CB49-5262-B22A-8E3169725EA2}" dt="2026-02-04T14:14:42.208" v="2808" actId="26606"/>
          <ac:spMkLst>
            <pc:docMk/>
            <pc:sldMk cId="1085047960" sldId="266"/>
            <ac:spMk id="3" creationId="{85809A73-846B-25D6-2CDB-4B7886316562}"/>
          </ac:spMkLst>
        </pc:spChg>
        <pc:spChg chg="add mod">
          <ac:chgData name="Marc Ionescu" userId="1737c500eb4f5867" providerId="LiveId" clId="{0E51ED83-CB49-5262-B22A-8E3169725EA2}" dt="2026-02-04T14:29:05.899" v="2867" actId="1076"/>
          <ac:spMkLst>
            <pc:docMk/>
            <pc:sldMk cId="1085047960" sldId="266"/>
            <ac:spMk id="5" creationId="{EB98F2CA-C13E-AC1E-1B03-1AA8620B5487}"/>
          </ac:spMkLst>
        </pc:spChg>
        <pc:spChg chg="add del">
          <ac:chgData name="Marc Ionescu" userId="1737c500eb4f5867" providerId="LiveId" clId="{0E51ED83-CB49-5262-B22A-8E3169725EA2}" dt="2026-02-04T14:14:42.156" v="2807" actId="26606"/>
          <ac:spMkLst>
            <pc:docMk/>
            <pc:sldMk cId="1085047960" sldId="266"/>
            <ac:spMk id="15" creationId="{9877C2CF-B2DD-41C8-8B5E-152673376B41}"/>
          </ac:spMkLst>
        </pc:spChg>
        <pc:spChg chg="add del">
          <ac:chgData name="Marc Ionescu" userId="1737c500eb4f5867" providerId="LiveId" clId="{0E51ED83-CB49-5262-B22A-8E3169725EA2}" dt="2026-02-04T14:14:42.156" v="2807" actId="26606"/>
          <ac:spMkLst>
            <pc:docMk/>
            <pc:sldMk cId="1085047960" sldId="266"/>
            <ac:spMk id="17" creationId="{D377EE36-E59D-4778-8F99-4B470DA4A306}"/>
          </ac:spMkLst>
        </pc:spChg>
        <pc:spChg chg="add del">
          <ac:chgData name="Marc Ionescu" userId="1737c500eb4f5867" providerId="LiveId" clId="{0E51ED83-CB49-5262-B22A-8E3169725EA2}" dt="2026-02-04T14:14:42.156" v="2807" actId="26606"/>
          <ac:spMkLst>
            <pc:docMk/>
            <pc:sldMk cId="1085047960" sldId="266"/>
            <ac:spMk id="19" creationId="{2586C6C5-47AF-450A-932D-880EF823E596}"/>
          </ac:spMkLst>
        </pc:spChg>
        <pc:spChg chg="add del">
          <ac:chgData name="Marc Ionescu" userId="1737c500eb4f5867" providerId="LiveId" clId="{0E51ED83-CB49-5262-B22A-8E3169725EA2}" dt="2026-02-04T14:14:42.156" v="2807" actId="26606"/>
          <ac:spMkLst>
            <pc:docMk/>
            <pc:sldMk cId="1085047960" sldId="266"/>
            <ac:spMk id="21" creationId="{A587901A-AA64-4940-9803-F67677851150}"/>
          </ac:spMkLst>
        </pc:spChg>
        <pc:spChg chg="add del">
          <ac:chgData name="Marc Ionescu" userId="1737c500eb4f5867" providerId="LiveId" clId="{0E51ED83-CB49-5262-B22A-8E3169725EA2}" dt="2026-02-04T14:14:42.156" v="2807" actId="26606"/>
          <ac:spMkLst>
            <pc:docMk/>
            <pc:sldMk cId="1085047960" sldId="266"/>
            <ac:spMk id="23" creationId="{4DA9E8CC-6C73-43E6-AF09-B4B1083BCDC7}"/>
          </ac:spMkLst>
        </pc:spChg>
        <pc:spChg chg="add del">
          <ac:chgData name="Marc Ionescu" userId="1737c500eb4f5867" providerId="LiveId" clId="{0E51ED83-CB49-5262-B22A-8E3169725EA2}" dt="2026-02-04T14:14:42.156" v="2807" actId="26606"/>
          <ac:spMkLst>
            <pc:docMk/>
            <pc:sldMk cId="1085047960" sldId="266"/>
            <ac:spMk id="29" creationId="{113E1A2F-E5D7-4888-BA8C-1CDDC7CE2328}"/>
          </ac:spMkLst>
        </pc:spChg>
        <pc:spChg chg="add del">
          <ac:chgData name="Marc Ionescu" userId="1737c500eb4f5867" providerId="LiveId" clId="{0E51ED83-CB49-5262-B22A-8E3169725EA2}" dt="2026-02-04T14:14:42.156" v="2807" actId="26606"/>
          <ac:spMkLst>
            <pc:docMk/>
            <pc:sldMk cId="1085047960" sldId="266"/>
            <ac:spMk id="31" creationId="{F625649A-4F9D-4D90-8F0A-433D7A1F685F}"/>
          </ac:spMkLst>
        </pc:spChg>
        <pc:spChg chg="add del">
          <ac:chgData name="Marc Ionescu" userId="1737c500eb4f5867" providerId="LiveId" clId="{0E51ED83-CB49-5262-B22A-8E3169725EA2}" dt="2026-02-04T14:14:42.156" v="2807" actId="26606"/>
          <ac:spMkLst>
            <pc:docMk/>
            <pc:sldMk cId="1085047960" sldId="266"/>
            <ac:spMk id="33" creationId="{B6F31202-25B1-43E6-94C1-CDCAFFE33CE9}"/>
          </ac:spMkLst>
        </pc:spChg>
        <pc:spChg chg="add">
          <ac:chgData name="Marc Ionescu" userId="1737c500eb4f5867" providerId="LiveId" clId="{0E51ED83-CB49-5262-B22A-8E3169725EA2}" dt="2026-02-04T14:14:42.208" v="2808" actId="26606"/>
          <ac:spMkLst>
            <pc:docMk/>
            <pc:sldMk cId="1085047960" sldId="266"/>
            <ac:spMk id="37" creationId="{A15CFF31-2A56-4E24-9263-DC4342144D06}"/>
          </ac:spMkLst>
        </pc:spChg>
        <pc:spChg chg="add">
          <ac:chgData name="Marc Ionescu" userId="1737c500eb4f5867" providerId="LiveId" clId="{0E51ED83-CB49-5262-B22A-8E3169725EA2}" dt="2026-02-04T14:14:42.208" v="2808" actId="26606"/>
          <ac:spMkLst>
            <pc:docMk/>
            <pc:sldMk cId="1085047960" sldId="266"/>
            <ac:spMk id="39" creationId="{8F8907EB-52AA-4516-BC6A-7861CE0774DC}"/>
          </ac:spMkLst>
        </pc:spChg>
        <pc:spChg chg="add">
          <ac:chgData name="Marc Ionescu" userId="1737c500eb4f5867" providerId="LiveId" clId="{0E51ED83-CB49-5262-B22A-8E3169725EA2}" dt="2026-02-04T14:14:42.208" v="2808" actId="26606"/>
          <ac:spMkLst>
            <pc:docMk/>
            <pc:sldMk cId="1085047960" sldId="266"/>
            <ac:spMk id="41" creationId="{4C790028-99AE-4AE4-8269-9913E2D50625}"/>
          </ac:spMkLst>
        </pc:spChg>
        <pc:spChg chg="add">
          <ac:chgData name="Marc Ionescu" userId="1737c500eb4f5867" providerId="LiveId" clId="{0E51ED83-CB49-5262-B22A-8E3169725EA2}" dt="2026-02-04T14:14:42.208" v="2808" actId="26606"/>
          <ac:spMkLst>
            <pc:docMk/>
            <pc:sldMk cId="1085047960" sldId="266"/>
            <ac:spMk id="42" creationId="{06936A2A-FE08-4EE0-A409-3EF3FA2448DE}"/>
          </ac:spMkLst>
        </pc:spChg>
        <pc:spChg chg="add">
          <ac:chgData name="Marc Ionescu" userId="1737c500eb4f5867" providerId="LiveId" clId="{0E51ED83-CB49-5262-B22A-8E3169725EA2}" dt="2026-02-04T14:14:42.208" v="2808" actId="26606"/>
          <ac:spMkLst>
            <pc:docMk/>
            <pc:sldMk cId="1085047960" sldId="266"/>
            <ac:spMk id="43" creationId="{BAF0407B-48CB-4C05-B0D7-7A69A0D407F1}"/>
          </ac:spMkLst>
        </pc:spChg>
        <pc:spChg chg="add">
          <ac:chgData name="Marc Ionescu" userId="1737c500eb4f5867" providerId="LiveId" clId="{0E51ED83-CB49-5262-B22A-8E3169725EA2}" dt="2026-02-04T14:14:42.208" v="2808" actId="26606"/>
          <ac:spMkLst>
            <pc:docMk/>
            <pc:sldMk cId="1085047960" sldId="266"/>
            <ac:spMk id="44" creationId="{ADC50C3D-0DA0-4914-B5B4-D1819CC69813}"/>
          </ac:spMkLst>
        </pc:spChg>
        <pc:spChg chg="add">
          <ac:chgData name="Marc Ionescu" userId="1737c500eb4f5867" providerId="LiveId" clId="{0E51ED83-CB49-5262-B22A-8E3169725EA2}" dt="2026-02-04T14:14:42.208" v="2808" actId="26606"/>
          <ac:spMkLst>
            <pc:docMk/>
            <pc:sldMk cId="1085047960" sldId="266"/>
            <ac:spMk id="46" creationId="{847489EB-355C-4170-8C70-5CDD42EFDDBC}"/>
          </ac:spMkLst>
        </pc:spChg>
        <pc:spChg chg="add">
          <ac:chgData name="Marc Ionescu" userId="1737c500eb4f5867" providerId="LiveId" clId="{0E51ED83-CB49-5262-B22A-8E3169725EA2}" dt="2026-02-04T14:14:42.208" v="2808" actId="26606"/>
          <ac:spMkLst>
            <pc:docMk/>
            <pc:sldMk cId="1085047960" sldId="266"/>
            <ac:spMk id="49" creationId="{D8887E40-5A0B-4897-80F0-0BAFAAB61CF9}"/>
          </ac:spMkLst>
        </pc:spChg>
        <pc:spChg chg="add">
          <ac:chgData name="Marc Ionescu" userId="1737c500eb4f5867" providerId="LiveId" clId="{0E51ED83-CB49-5262-B22A-8E3169725EA2}" dt="2026-02-04T14:14:42.208" v="2808" actId="26606"/>
          <ac:spMkLst>
            <pc:docMk/>
            <pc:sldMk cId="1085047960" sldId="266"/>
            <ac:spMk id="51" creationId="{7A72B882-D016-4849-AF04-88E39D13AC52}"/>
          </ac:spMkLst>
        </pc:spChg>
        <pc:picChg chg="add mod">
          <ac:chgData name="Marc Ionescu" userId="1737c500eb4f5867" providerId="LiveId" clId="{0E51ED83-CB49-5262-B22A-8E3169725EA2}" dt="2026-02-04T14:14:49.902" v="2809" actId="27614"/>
          <ac:picMkLst>
            <pc:docMk/>
            <pc:sldMk cId="1085047960" sldId="266"/>
            <ac:picMk id="4" creationId="{B2D1A4B6-67BD-055E-4E0A-40E3E8E535C2}"/>
          </ac:picMkLst>
        </pc:picChg>
      </pc:sldChg>
      <pc:sldChg chg="modSp new mod">
        <pc:chgData name="Marc Ionescu" userId="1737c500eb4f5867" providerId="LiveId" clId="{0E51ED83-CB49-5262-B22A-8E3169725EA2}" dt="2026-02-04T15:00:15.081" v="3250" actId="20577"/>
        <pc:sldMkLst>
          <pc:docMk/>
          <pc:sldMk cId="2693677568" sldId="267"/>
        </pc:sldMkLst>
        <pc:spChg chg="mod">
          <ac:chgData name="Marc Ionescu" userId="1737c500eb4f5867" providerId="LiveId" clId="{0E51ED83-CB49-5262-B22A-8E3169725EA2}" dt="2026-02-04T14:30:31.112" v="2908" actId="20577"/>
          <ac:spMkLst>
            <pc:docMk/>
            <pc:sldMk cId="2693677568" sldId="267"/>
            <ac:spMk id="2" creationId="{8CB63C42-22E0-E887-37FE-C9AB3F138173}"/>
          </ac:spMkLst>
        </pc:spChg>
        <pc:spChg chg="mod">
          <ac:chgData name="Marc Ionescu" userId="1737c500eb4f5867" providerId="LiveId" clId="{0E51ED83-CB49-5262-B22A-8E3169725EA2}" dt="2026-02-04T15:00:15.081" v="3250" actId="20577"/>
          <ac:spMkLst>
            <pc:docMk/>
            <pc:sldMk cId="2693677568" sldId="267"/>
            <ac:spMk id="3" creationId="{FF62BC69-8D4A-736F-3979-019BAE43F7F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43212A-2051-314D-90C8-F6DCD5B91E6C}" type="datetimeFigureOut">
              <a:rPr lang="en-DE" smtClean="0"/>
              <a:t>04.02.26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37FF37-35A8-B448-96ED-FD30F4052D4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40204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7FF37-35A8-B448-96ED-FD30F4052D4A}" type="slidenum">
              <a:rPr lang="en-DE" smtClean="0"/>
              <a:t>12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45554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2/4/26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2/4/26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2/4/26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2/4/26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2/4/26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2/4/26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2/4/26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2/4/26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2/4/26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2/4/26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2/4/26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2/4/26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ata-science/advantages-and-disadvantages-of-logistic-regression/?utm_source=chatgpt.com" TargetMode="External"/><Relationship Id="rId2" Type="http://schemas.openxmlformats.org/officeDocument/2006/relationships/hyperlink" Target="https://www.techtarget.com/searchbusinessanalytics/definition/logistic-regression?utm_source=chatgpt.co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rendspider.com/learning-center/k-nearest-neighbors-knn/?utm_source=chatgpt.com" TargetMode="External"/><Relationship Id="rId2" Type="http://schemas.openxmlformats.org/officeDocument/2006/relationships/hyperlink" Target="https://www.appliedaicourse.com/blog/knn-algorithm-in-machine-learning/?utm_source=chatgpt.co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support-vector-machine-in-machine-learning/?utm_source=chatgpt.com" TargetMode="External"/><Relationship Id="rId2" Type="http://schemas.openxmlformats.org/officeDocument/2006/relationships/hyperlink" Target="https://www.flyrank.com/blogs/ai-insights/what-are-the-advantages-and-disadvantages-of-support-vector-machines?utm_source=chatgpt.co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ros-and-cons-of-decision-tree-regression-in-machine-learning/?utm_source=chatgpt.com" TargetMode="External"/><Relationship Id="rId2" Type="http://schemas.openxmlformats.org/officeDocument/2006/relationships/hyperlink" Target="https://medium.com/%40yang.song.js/decision-trees-structure-advantages-and-disadvantage-55a259ea3a19?utm_source=chatgpt.com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what-are-the-advantages-and-disadvantages-of-random-forest/?utm_source=chatgpt.com" TargetMode="External"/><Relationship Id="rId2" Type="http://schemas.openxmlformats.org/officeDocument/2006/relationships/hyperlink" Target="https://link.springer.com/article/10.1023/a:1010933404324#preview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l-gradient-boosting/" TargetMode="External"/><Relationship Id="rId2" Type="http://schemas.openxmlformats.org/officeDocument/2006/relationships/hyperlink" Target="https://scikit-learn.org/stable/modules/ensemble.html#gradient-boosting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8F98E-2BBA-ECCB-5302-ED03FC8A85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DE" dirty="0"/>
              <a:t>AI Strategy and Digital Tranformation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13C0D-9631-7BEF-22CC-1F48140265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DE" dirty="0"/>
              <a:t>Marc Ionescu</a:t>
            </a:r>
          </a:p>
        </p:txBody>
      </p:sp>
    </p:spTree>
    <p:extLst>
      <p:ext uri="{BB962C8B-B14F-4D97-AF65-F5344CB8AC3E}">
        <p14:creationId xmlns:p14="http://schemas.microsoft.com/office/powerpoint/2010/main" val="3442398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C4D564-85FC-8182-F28F-E00DCCEF6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Outline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1C2DD1-CD7E-D3FA-D759-87E55FABB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Chosen Models</a:t>
            </a:r>
          </a:p>
          <a:p>
            <a:r>
              <a:rPr lang="en-DE" dirty="0"/>
              <a:t>Approach: Choosing the models</a:t>
            </a:r>
          </a:p>
          <a:p>
            <a:r>
              <a:rPr lang="en-DE" dirty="0"/>
              <a:t>Results on Train Data</a:t>
            </a:r>
          </a:p>
          <a:p>
            <a:r>
              <a:rPr lang="en-DE" dirty="0"/>
              <a:t>Decision Tree as the final model</a:t>
            </a:r>
          </a:p>
        </p:txBody>
      </p:sp>
    </p:spTree>
    <p:extLst>
      <p:ext uri="{BB962C8B-B14F-4D97-AF65-F5344CB8AC3E}">
        <p14:creationId xmlns:p14="http://schemas.microsoft.com/office/powerpoint/2010/main" val="1532293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45F26-01AA-EAEF-813D-E4774DAC0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Chosen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C97A6-E005-DF32-C66F-F51AF746A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dirty="0"/>
              <a:t>There are 6 models proposed for this project:</a:t>
            </a:r>
          </a:p>
          <a:p>
            <a:pPr lvl="1"/>
            <a:r>
              <a:rPr lang="en-DE" dirty="0"/>
              <a:t>Logistic Regression</a:t>
            </a:r>
          </a:p>
          <a:p>
            <a:pPr lvl="1"/>
            <a:r>
              <a:rPr lang="en-DE" dirty="0"/>
              <a:t>K</a:t>
            </a:r>
            <a:r>
              <a:rPr lang="en-GB" dirty="0"/>
              <a:t>n</a:t>
            </a:r>
            <a:r>
              <a:rPr lang="en-DE" dirty="0"/>
              <a:t>eighbours Classifier</a:t>
            </a:r>
          </a:p>
          <a:p>
            <a:pPr lvl="1"/>
            <a:r>
              <a:rPr lang="en-DE" dirty="0"/>
              <a:t>Support Vector Machine</a:t>
            </a:r>
          </a:p>
          <a:p>
            <a:pPr lvl="1"/>
            <a:r>
              <a:rPr lang="en-DE" dirty="0"/>
              <a:t>Decision Tree</a:t>
            </a:r>
          </a:p>
          <a:p>
            <a:pPr lvl="1"/>
            <a:r>
              <a:rPr lang="en-DE" dirty="0"/>
              <a:t>Random Forest</a:t>
            </a:r>
          </a:p>
          <a:p>
            <a:pPr lvl="1"/>
            <a:r>
              <a:rPr lang="en-DE" dirty="0"/>
              <a:t>Gradient Boosting</a:t>
            </a:r>
          </a:p>
          <a:p>
            <a:pPr lvl="1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350498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254EA-0B70-8E2C-061B-6AC6BECA3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DE11B-792B-091C-05F5-DB13683EC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808" y="1588653"/>
            <a:ext cx="7796540" cy="3997828"/>
          </a:xfrm>
        </p:spPr>
        <p:txBody>
          <a:bodyPr numCol="2">
            <a:normAutofit lnSpcReduction="10000"/>
          </a:bodyPr>
          <a:lstStyle/>
          <a:p>
            <a:r>
              <a:rPr lang="en-DE" dirty="0"/>
              <a:t>Advantages 	</a:t>
            </a:r>
          </a:p>
          <a:p>
            <a:pPr lvl="1"/>
            <a:r>
              <a:rPr lang="en-DE" sz="1600" dirty="0"/>
              <a:t>Interpretability </a:t>
            </a:r>
          </a:p>
          <a:p>
            <a:pPr lvl="1"/>
            <a:r>
              <a:rPr lang="en-DE" sz="1600" dirty="0"/>
              <a:t>Feature importance</a:t>
            </a:r>
          </a:p>
          <a:p>
            <a:pPr lvl="1"/>
            <a:r>
              <a:rPr lang="en-DE" sz="1600" dirty="0"/>
              <a:t>Popular in healthcare, finance and social sciences</a:t>
            </a:r>
          </a:p>
          <a:p>
            <a:pPr lvl="1"/>
            <a:endParaRPr lang="en-DE" dirty="0"/>
          </a:p>
          <a:p>
            <a:pPr marL="457200" lvl="1" indent="0">
              <a:buNone/>
            </a:pPr>
            <a:endParaRPr lang="en-DE" dirty="0"/>
          </a:p>
          <a:p>
            <a:pPr lvl="1"/>
            <a:endParaRPr lang="en-DE" dirty="0"/>
          </a:p>
          <a:p>
            <a:pPr lvl="1"/>
            <a:endParaRPr lang="en-DE" dirty="0"/>
          </a:p>
          <a:p>
            <a:pPr lvl="1"/>
            <a:r>
              <a:rPr lang="en-DE" dirty="0"/>
              <a:t>Disadvantages:</a:t>
            </a:r>
          </a:p>
          <a:p>
            <a:pPr lvl="2"/>
            <a:r>
              <a:rPr lang="en-DE" dirty="0"/>
              <a:t>Tend to overfit</a:t>
            </a:r>
          </a:p>
          <a:p>
            <a:pPr lvl="2"/>
            <a:r>
              <a:rPr lang="en-DE" dirty="0"/>
              <a:t>Assumes linear realtionships</a:t>
            </a:r>
          </a:p>
          <a:p>
            <a:pPr lvl="2"/>
            <a:r>
              <a:rPr lang="en-DE" dirty="0"/>
              <a:t>Need regularization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081C7C-E880-0CEE-16C0-E8548D4CBA09}"/>
              </a:ext>
            </a:extLst>
          </p:cNvPr>
          <p:cNvSpPr txBox="1"/>
          <p:nvPr/>
        </p:nvSpPr>
        <p:spPr>
          <a:xfrm>
            <a:off x="2450017" y="4972716"/>
            <a:ext cx="42713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Sources: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dirty="0">
                <a:hlinkClick r:id="rId2"/>
              </a:rPr>
              <a:t>TargetTech</a:t>
            </a:r>
            <a:endParaRPr lang="en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dirty="0">
                <a:hlinkClick r:id="rId3"/>
              </a:rPr>
              <a:t>GeeksforGeeks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242839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F3A02-26EF-3FDD-6E90-41080436A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F271B-8367-5071-B171-6387F19D3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Kneigbours Classiifier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64BD1-D522-AEEC-06C9-D1D24A8BD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808" y="1588653"/>
            <a:ext cx="7796540" cy="3997828"/>
          </a:xfrm>
        </p:spPr>
        <p:txBody>
          <a:bodyPr numCol="2">
            <a:normAutofit/>
          </a:bodyPr>
          <a:lstStyle/>
          <a:p>
            <a:r>
              <a:rPr lang="en-DE" dirty="0"/>
              <a:t>Advantages 	</a:t>
            </a:r>
          </a:p>
          <a:p>
            <a:pPr lvl="1"/>
            <a:r>
              <a:rPr lang="en-DE" sz="1600" dirty="0"/>
              <a:t>No training phase</a:t>
            </a:r>
          </a:p>
          <a:p>
            <a:pPr lvl="1"/>
            <a:r>
              <a:rPr lang="en-DE" sz="1600" dirty="0"/>
              <a:t>Useful for irregular patterns</a:t>
            </a:r>
          </a:p>
          <a:p>
            <a:pPr lvl="1"/>
            <a:endParaRPr lang="en-DE" dirty="0"/>
          </a:p>
          <a:p>
            <a:pPr marL="457200" lvl="1" indent="0">
              <a:buNone/>
            </a:pPr>
            <a:endParaRPr lang="en-DE" dirty="0"/>
          </a:p>
          <a:p>
            <a:pPr lvl="1"/>
            <a:endParaRPr lang="en-DE" dirty="0"/>
          </a:p>
          <a:p>
            <a:pPr lvl="1"/>
            <a:endParaRPr lang="en-DE" dirty="0"/>
          </a:p>
          <a:p>
            <a:pPr lvl="1"/>
            <a:endParaRPr lang="en-DE" dirty="0"/>
          </a:p>
          <a:p>
            <a:pPr lvl="1"/>
            <a:r>
              <a:rPr lang="en-DE" dirty="0"/>
              <a:t>Disadvantages:</a:t>
            </a:r>
          </a:p>
          <a:p>
            <a:pPr lvl="2"/>
            <a:r>
              <a:rPr lang="en-DE" dirty="0"/>
              <a:t>Computational intensive</a:t>
            </a:r>
          </a:p>
          <a:p>
            <a:pPr lvl="2"/>
            <a:r>
              <a:rPr lang="en-DE" dirty="0"/>
              <a:t>Memory Intensive</a:t>
            </a:r>
          </a:p>
          <a:p>
            <a:pPr lvl="2"/>
            <a:r>
              <a:rPr lang="en-DE" dirty="0"/>
              <a:t>Curse of dimensionality</a:t>
            </a:r>
          </a:p>
          <a:p>
            <a:pPr lvl="2"/>
            <a:r>
              <a:rPr lang="en-DE" dirty="0"/>
              <a:t>Need feature scaling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C708D6-B9E9-36AD-2501-633E05FEDF97}"/>
              </a:ext>
            </a:extLst>
          </p:cNvPr>
          <p:cNvSpPr txBox="1"/>
          <p:nvPr/>
        </p:nvSpPr>
        <p:spPr>
          <a:xfrm>
            <a:off x="2450017" y="4982548"/>
            <a:ext cx="42713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Sources: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dirty="0">
                <a:hlinkClick r:id="rId2"/>
              </a:rPr>
              <a:t>AppliedAICourse</a:t>
            </a:r>
            <a:endParaRPr lang="en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dirty="0">
                <a:hlinkClick r:id="rId3"/>
              </a:rPr>
              <a:t>TrendSpider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631181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7C9F4-B602-5F1A-A701-B2FCDA3ED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E831A-4A9E-9B46-2E05-973EEA15F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Support Vector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A65D6-2B75-6A49-C18D-47BA45B4C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808" y="1588653"/>
            <a:ext cx="7796540" cy="3997828"/>
          </a:xfrm>
        </p:spPr>
        <p:txBody>
          <a:bodyPr numCol="2">
            <a:normAutofit/>
          </a:bodyPr>
          <a:lstStyle/>
          <a:p>
            <a:r>
              <a:rPr lang="en-DE" dirty="0"/>
              <a:t>Advantages 	</a:t>
            </a:r>
          </a:p>
          <a:p>
            <a:pPr lvl="1"/>
            <a:r>
              <a:rPr lang="en-DE" sz="1600" dirty="0"/>
              <a:t>Interpretability </a:t>
            </a:r>
          </a:p>
          <a:p>
            <a:pPr lvl="1"/>
            <a:r>
              <a:rPr lang="en-DE" sz="1600" dirty="0"/>
              <a:t>Understands complex patterns</a:t>
            </a:r>
          </a:p>
          <a:p>
            <a:pPr lvl="1"/>
            <a:r>
              <a:rPr lang="en-DE" sz="1600" dirty="0"/>
              <a:t>Non-linear </a:t>
            </a:r>
          </a:p>
          <a:p>
            <a:pPr lvl="1"/>
            <a:endParaRPr lang="en-DE" dirty="0"/>
          </a:p>
          <a:p>
            <a:pPr marL="457200" lvl="1" indent="0">
              <a:buNone/>
            </a:pPr>
            <a:endParaRPr lang="en-DE" dirty="0"/>
          </a:p>
          <a:p>
            <a:pPr lvl="1"/>
            <a:endParaRPr lang="en-DE" dirty="0"/>
          </a:p>
          <a:p>
            <a:pPr lvl="1"/>
            <a:endParaRPr lang="en-DE" dirty="0"/>
          </a:p>
          <a:p>
            <a:pPr lvl="1"/>
            <a:r>
              <a:rPr lang="en-DE" dirty="0"/>
              <a:t>Disadvantages:</a:t>
            </a:r>
          </a:p>
          <a:p>
            <a:pPr lvl="2"/>
            <a:r>
              <a:rPr lang="en-DE" dirty="0"/>
              <a:t>Unscalable to larger datasets</a:t>
            </a:r>
          </a:p>
          <a:p>
            <a:pPr lvl="2"/>
            <a:r>
              <a:rPr lang="en-DE" dirty="0"/>
              <a:t>Less interpretable</a:t>
            </a:r>
          </a:p>
          <a:p>
            <a:pPr marL="914400" lvl="2" indent="0">
              <a:buNone/>
            </a:pPr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9E60C8-620E-5E96-12B3-DD594414D917}"/>
              </a:ext>
            </a:extLst>
          </p:cNvPr>
          <p:cNvSpPr txBox="1"/>
          <p:nvPr/>
        </p:nvSpPr>
        <p:spPr>
          <a:xfrm>
            <a:off x="2594066" y="4972716"/>
            <a:ext cx="38830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Sources: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dirty="0">
                <a:hlinkClick r:id="rId2"/>
              </a:rPr>
              <a:t>FlyRank</a:t>
            </a:r>
            <a:endParaRPr lang="en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dirty="0">
                <a:hlinkClick r:id="rId3"/>
              </a:rPr>
              <a:t>GeeksforGeeks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935835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00113-AC68-E958-A311-78AF3C42C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4CDF0-15B7-0078-0B7C-8C8158B78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Decision Tree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65BA6-7376-084F-A79B-8D1BFA9D7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808" y="1588653"/>
            <a:ext cx="7796540" cy="3997828"/>
          </a:xfrm>
        </p:spPr>
        <p:txBody>
          <a:bodyPr numCol="2">
            <a:normAutofit/>
          </a:bodyPr>
          <a:lstStyle/>
          <a:p>
            <a:r>
              <a:rPr lang="en-DE" dirty="0"/>
              <a:t>Advantages 	</a:t>
            </a:r>
          </a:p>
          <a:p>
            <a:pPr lvl="1"/>
            <a:r>
              <a:rPr lang="en-DE" dirty="0"/>
              <a:t>Interpretability (Flowchart)</a:t>
            </a:r>
          </a:p>
          <a:p>
            <a:pPr lvl="1"/>
            <a:r>
              <a:rPr lang="en-DE" sz="1600" dirty="0"/>
              <a:t>Scaling Data Unnececssary</a:t>
            </a:r>
          </a:p>
          <a:p>
            <a:pPr lvl="1"/>
            <a:r>
              <a:rPr lang="en-DE" sz="1600" dirty="0"/>
              <a:t>Not sensitive to outliers</a:t>
            </a:r>
          </a:p>
          <a:p>
            <a:pPr lvl="1"/>
            <a:endParaRPr lang="en-DE" sz="1600" dirty="0"/>
          </a:p>
          <a:p>
            <a:pPr lvl="1"/>
            <a:endParaRPr lang="en-DE" dirty="0"/>
          </a:p>
          <a:p>
            <a:pPr marL="457200" lvl="1" indent="0">
              <a:buNone/>
            </a:pPr>
            <a:endParaRPr lang="en-DE" dirty="0"/>
          </a:p>
          <a:p>
            <a:pPr lvl="1"/>
            <a:endParaRPr lang="en-DE" dirty="0"/>
          </a:p>
          <a:p>
            <a:pPr lvl="1"/>
            <a:endParaRPr lang="en-DE" dirty="0"/>
          </a:p>
          <a:p>
            <a:pPr lvl="1"/>
            <a:r>
              <a:rPr lang="en-DE" dirty="0"/>
              <a:t>Disadvantages:</a:t>
            </a:r>
          </a:p>
          <a:p>
            <a:pPr lvl="2"/>
            <a:r>
              <a:rPr lang="en-DE" dirty="0"/>
              <a:t>Overfitting</a:t>
            </a:r>
          </a:p>
          <a:p>
            <a:pPr lvl="2"/>
            <a:r>
              <a:rPr lang="en-DE" dirty="0"/>
              <a:t>Less interpretable for large trees</a:t>
            </a:r>
          </a:p>
          <a:p>
            <a:pPr marL="914400" lvl="2" indent="0">
              <a:buNone/>
            </a:pPr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77C858-71E6-D328-A2D0-CBD3BC477E46}"/>
              </a:ext>
            </a:extLst>
          </p:cNvPr>
          <p:cNvSpPr txBox="1"/>
          <p:nvPr/>
        </p:nvSpPr>
        <p:spPr>
          <a:xfrm>
            <a:off x="2611808" y="5041542"/>
            <a:ext cx="38830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Sources: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dirty="0">
                <a:hlinkClick r:id="rId2"/>
              </a:rPr>
              <a:t>Medium</a:t>
            </a:r>
            <a:endParaRPr lang="en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dirty="0">
                <a:hlinkClick r:id="rId3"/>
              </a:rPr>
              <a:t>GeeksforGeeks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875903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D7C30-DF09-C62D-117F-60516C4C3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458C2-5532-0D90-6F07-867F689C8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Random Forest Classifier</a:t>
            </a:r>
            <a:br>
              <a:rPr lang="en-DE" dirty="0"/>
            </a:b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74B9-9AAE-C6B2-EDAC-5B327F258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808" y="1588653"/>
            <a:ext cx="7796540" cy="3997828"/>
          </a:xfrm>
        </p:spPr>
        <p:txBody>
          <a:bodyPr numCol="2">
            <a:normAutofit/>
          </a:bodyPr>
          <a:lstStyle/>
          <a:p>
            <a:r>
              <a:rPr lang="en-DE" dirty="0"/>
              <a:t>Advantages 	</a:t>
            </a:r>
          </a:p>
          <a:p>
            <a:pPr lvl="1"/>
            <a:r>
              <a:rPr lang="en-DE" sz="1600" dirty="0"/>
              <a:t>Scaling Data Unnececssary</a:t>
            </a:r>
          </a:p>
          <a:p>
            <a:pPr lvl="1"/>
            <a:r>
              <a:rPr lang="en-DE" sz="1600" dirty="0"/>
              <a:t>Reduced Overfitting (ensemble)</a:t>
            </a:r>
          </a:p>
          <a:p>
            <a:pPr lvl="1"/>
            <a:r>
              <a:rPr lang="en-DE" sz="1600" dirty="0"/>
              <a:t>Trainining in paralell</a:t>
            </a:r>
          </a:p>
          <a:p>
            <a:pPr lvl="1"/>
            <a:endParaRPr lang="en-DE" dirty="0"/>
          </a:p>
          <a:p>
            <a:pPr marL="457200" lvl="1" indent="0">
              <a:buNone/>
            </a:pPr>
            <a:endParaRPr lang="en-DE" dirty="0"/>
          </a:p>
          <a:p>
            <a:pPr lvl="1"/>
            <a:endParaRPr lang="en-DE" dirty="0"/>
          </a:p>
          <a:p>
            <a:pPr lvl="1"/>
            <a:endParaRPr lang="en-DE" dirty="0"/>
          </a:p>
          <a:p>
            <a:pPr lvl="1"/>
            <a:r>
              <a:rPr lang="en-DE" dirty="0"/>
              <a:t>Disadvantages:</a:t>
            </a:r>
          </a:p>
          <a:p>
            <a:pPr lvl="2"/>
            <a:r>
              <a:rPr lang="en-DE" dirty="0"/>
              <a:t>Hard to explain</a:t>
            </a:r>
          </a:p>
          <a:p>
            <a:pPr lvl="2"/>
            <a:r>
              <a:rPr lang="en-DE" dirty="0"/>
              <a:t>Less interpretable</a:t>
            </a:r>
          </a:p>
          <a:p>
            <a:pPr lvl="2"/>
            <a:r>
              <a:rPr lang="en-DE" dirty="0"/>
              <a:t>Heavy model</a:t>
            </a:r>
          </a:p>
          <a:p>
            <a:pPr lvl="2"/>
            <a:endParaRPr lang="en-DE" dirty="0"/>
          </a:p>
          <a:p>
            <a:pPr marL="914400" lvl="2" indent="0">
              <a:buNone/>
            </a:pPr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868AAC-32BB-1558-300D-969D3F8B7FFE}"/>
              </a:ext>
            </a:extLst>
          </p:cNvPr>
          <p:cNvSpPr txBox="1"/>
          <p:nvPr/>
        </p:nvSpPr>
        <p:spPr>
          <a:xfrm>
            <a:off x="2377757" y="4844897"/>
            <a:ext cx="38830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Sources: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dirty="0">
                <a:hlinkClick r:id="rId2"/>
              </a:rPr>
              <a:t>Breiman (2001)</a:t>
            </a:r>
            <a:endParaRPr lang="en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dirty="0">
                <a:hlinkClick r:id="rId3"/>
              </a:rPr>
              <a:t>GeeksforGeeks</a:t>
            </a:r>
            <a:endParaRPr lang="en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59764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6C21-0B17-49E1-479B-C5D1FFA91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E7F5A-6965-71A1-99C0-2539794CC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Gradient Boosting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84167-E3F8-F5BB-9DFB-6BC2D6F68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808" y="1588653"/>
            <a:ext cx="7796540" cy="3997828"/>
          </a:xfrm>
        </p:spPr>
        <p:txBody>
          <a:bodyPr numCol="2">
            <a:normAutofit lnSpcReduction="10000"/>
          </a:bodyPr>
          <a:lstStyle/>
          <a:p>
            <a:r>
              <a:rPr lang="en-DE" dirty="0"/>
              <a:t>Advantages 	</a:t>
            </a:r>
          </a:p>
          <a:p>
            <a:pPr lvl="1"/>
            <a:r>
              <a:rPr lang="en-DE" sz="1600" dirty="0"/>
              <a:t>Builds trees sequentially</a:t>
            </a:r>
          </a:p>
          <a:p>
            <a:pPr lvl="1"/>
            <a:r>
              <a:rPr lang="en-DE" sz="1600" dirty="0"/>
              <a:t>Feature importance (interpretabililty)</a:t>
            </a:r>
          </a:p>
          <a:p>
            <a:pPr lvl="1"/>
            <a:r>
              <a:rPr lang="en-GB" sz="1600" dirty="0"/>
              <a:t>Complex Patterns</a:t>
            </a:r>
            <a:endParaRPr lang="en-DE" sz="1600" dirty="0"/>
          </a:p>
          <a:p>
            <a:pPr lvl="1"/>
            <a:endParaRPr lang="en-DE" dirty="0"/>
          </a:p>
          <a:p>
            <a:pPr marL="457200" lvl="1" indent="0">
              <a:buNone/>
            </a:pPr>
            <a:endParaRPr lang="en-DE" dirty="0"/>
          </a:p>
          <a:p>
            <a:pPr lvl="1"/>
            <a:endParaRPr lang="en-DE" dirty="0"/>
          </a:p>
          <a:p>
            <a:pPr lvl="1"/>
            <a:endParaRPr lang="en-DE" dirty="0"/>
          </a:p>
          <a:p>
            <a:pPr lvl="1"/>
            <a:r>
              <a:rPr lang="en-DE" dirty="0"/>
              <a:t>Disadvantages:</a:t>
            </a:r>
          </a:p>
          <a:p>
            <a:pPr lvl="2"/>
            <a:r>
              <a:rPr lang="en-DE" dirty="0"/>
              <a:t>Overfitting</a:t>
            </a:r>
          </a:p>
          <a:p>
            <a:pPr lvl="2"/>
            <a:r>
              <a:rPr lang="en-DE" dirty="0"/>
              <a:t>Overwhelming Hyperparameters</a:t>
            </a:r>
          </a:p>
          <a:p>
            <a:pPr lvl="2"/>
            <a:r>
              <a:rPr lang="en-DE" dirty="0"/>
              <a:t>Heavy Model</a:t>
            </a:r>
          </a:p>
          <a:p>
            <a:pPr marL="914400" lvl="2" indent="0">
              <a:buNone/>
            </a:pPr>
            <a:endParaRPr lang="en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7CC24-5A97-0443-0047-0FCA7BECD922}"/>
              </a:ext>
            </a:extLst>
          </p:cNvPr>
          <p:cNvSpPr txBox="1"/>
          <p:nvPr/>
        </p:nvSpPr>
        <p:spPr>
          <a:xfrm>
            <a:off x="2212932" y="4972716"/>
            <a:ext cx="38830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Sources: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dirty="0">
                <a:hlinkClick r:id="rId2"/>
              </a:rPr>
              <a:t>Scikit Documentation</a:t>
            </a:r>
            <a:endParaRPr lang="en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dirty="0">
                <a:hlinkClick r:id="rId3"/>
              </a:rPr>
              <a:t>GeeksforGeeks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993915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6AFF5-9B41-B9CB-7ED3-D0961994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Approach: Choosing the models</a:t>
            </a:r>
            <a:br>
              <a:rPr lang="en-DE" dirty="0"/>
            </a:b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B4D9E-EE5D-81E3-BE4A-B9D83B84B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5834" y="2248761"/>
            <a:ext cx="7796540" cy="3997828"/>
          </a:xfrm>
        </p:spPr>
        <p:txBody>
          <a:bodyPr numCol="2">
            <a:normAutofit fontScale="92500" lnSpcReduction="20000"/>
          </a:bodyPr>
          <a:lstStyle/>
          <a:p>
            <a:r>
              <a:rPr lang="en-DE" sz="1400" dirty="0"/>
              <a:t>C</a:t>
            </a:r>
            <a:r>
              <a:rPr lang="en-GB" sz="1400" dirty="0"/>
              <a:t>ross-validation</a:t>
            </a:r>
          </a:p>
          <a:p>
            <a:pPr lvl="1"/>
            <a:r>
              <a:rPr lang="en-GB" sz="1200" dirty="0" err="1"/>
              <a:t>Hyperparametrization</a:t>
            </a:r>
            <a:r>
              <a:rPr lang="en-GB" sz="1200" dirty="0"/>
              <a:t>:</a:t>
            </a:r>
          </a:p>
          <a:p>
            <a:pPr lvl="2"/>
            <a:r>
              <a:rPr lang="en-GB" sz="1100" dirty="0" err="1"/>
              <a:t>Lreg</a:t>
            </a:r>
            <a:r>
              <a:rPr lang="en-GB" sz="1100" dirty="0"/>
              <a:t>: "</a:t>
            </a:r>
            <a:r>
              <a:rPr lang="en-GB" sz="1100" dirty="0" err="1"/>
              <a:t>clf</a:t>
            </a:r>
            <a:r>
              <a:rPr lang="en-GB" sz="1100" dirty="0"/>
              <a:t>__C": [0.01, 0.1, 1, 10]</a:t>
            </a:r>
          </a:p>
          <a:p>
            <a:pPr lvl="2"/>
            <a:r>
              <a:rPr lang="en-GB" sz="1100" dirty="0"/>
              <a:t>KNN: "</a:t>
            </a:r>
            <a:r>
              <a:rPr lang="en-GB" sz="1100" dirty="0" err="1"/>
              <a:t>clf</a:t>
            </a:r>
            <a:r>
              <a:rPr lang="en-GB" sz="1100" dirty="0"/>
              <a:t>__</a:t>
            </a:r>
            <a:r>
              <a:rPr lang="en-GB" sz="1100" dirty="0" err="1"/>
              <a:t>n_neighbors</a:t>
            </a:r>
            <a:r>
              <a:rPr lang="en-GB" sz="1100" dirty="0"/>
              <a:t>": [5, 10, 20]</a:t>
            </a:r>
          </a:p>
          <a:p>
            <a:pPr lvl="2"/>
            <a:r>
              <a:rPr lang="en-GB" sz="1100" dirty="0"/>
              <a:t>SVM  "</a:t>
            </a:r>
            <a:r>
              <a:rPr lang="en-GB" sz="1100" dirty="0" err="1"/>
              <a:t>clf</a:t>
            </a:r>
            <a:r>
              <a:rPr lang="en-GB" sz="1100" dirty="0"/>
              <a:t>__C": [0.1, 1, 10]</a:t>
            </a:r>
          </a:p>
          <a:p>
            <a:pPr lvl="2"/>
            <a:endParaRPr lang="en-GB" sz="1100" dirty="0"/>
          </a:p>
          <a:p>
            <a:pPr lvl="2"/>
            <a:endParaRPr lang="en-GB" sz="1100" dirty="0"/>
          </a:p>
          <a:p>
            <a:pPr lvl="2"/>
            <a:endParaRPr lang="en-GB" sz="1100" dirty="0"/>
          </a:p>
          <a:p>
            <a:pPr lvl="2"/>
            <a:endParaRPr lang="en-GB" sz="1100" dirty="0"/>
          </a:p>
          <a:p>
            <a:pPr lvl="2"/>
            <a:endParaRPr lang="en-GB" sz="1100" dirty="0"/>
          </a:p>
          <a:p>
            <a:pPr lvl="2"/>
            <a:endParaRPr lang="en-GB" sz="1100" dirty="0"/>
          </a:p>
          <a:p>
            <a:pPr lvl="2"/>
            <a:endParaRPr lang="en-GB" sz="1100" dirty="0"/>
          </a:p>
          <a:p>
            <a:pPr marL="914400" lvl="2" indent="0">
              <a:buNone/>
            </a:pPr>
            <a:endParaRPr lang="en-GB" sz="1100" dirty="0"/>
          </a:p>
          <a:p>
            <a:pPr lvl="2"/>
            <a:r>
              <a:rPr lang="en-GB" sz="1100" dirty="0"/>
              <a:t>DT: </a:t>
            </a:r>
          </a:p>
          <a:p>
            <a:pPr lvl="3"/>
            <a:r>
              <a:rPr lang="en-GB" sz="1000" dirty="0"/>
              <a:t>"</a:t>
            </a:r>
            <a:r>
              <a:rPr lang="en-GB" sz="1000" dirty="0" err="1"/>
              <a:t>clf</a:t>
            </a:r>
            <a:r>
              <a:rPr lang="en-GB" sz="1000" dirty="0"/>
              <a:t>__</a:t>
            </a:r>
            <a:r>
              <a:rPr lang="en-GB" sz="1000" dirty="0" err="1"/>
              <a:t>max_depth</a:t>
            </a:r>
            <a:r>
              <a:rPr lang="en-GB" sz="1000" dirty="0"/>
              <a:t>": [5, 10, 20, None]</a:t>
            </a:r>
          </a:p>
          <a:p>
            <a:pPr lvl="3"/>
            <a:r>
              <a:rPr lang="en-GB" sz="1000" dirty="0"/>
              <a:t>"</a:t>
            </a:r>
            <a:r>
              <a:rPr lang="en-GB" sz="1000" dirty="0" err="1"/>
              <a:t>clf</a:t>
            </a:r>
            <a:r>
              <a:rPr lang="en-GB" sz="1000" dirty="0"/>
              <a:t>__</a:t>
            </a:r>
            <a:r>
              <a:rPr lang="en-GB" sz="1000" dirty="0" err="1"/>
              <a:t>min_samples_leaf</a:t>
            </a:r>
            <a:r>
              <a:rPr lang="en-GB" sz="1000" dirty="0"/>
              <a:t>": [1, 5, 10]</a:t>
            </a:r>
          </a:p>
          <a:p>
            <a:pPr lvl="2"/>
            <a:r>
              <a:rPr lang="en-GB" sz="1100" dirty="0"/>
              <a:t>RF: "</a:t>
            </a:r>
            <a:r>
              <a:rPr lang="en-GB" sz="1100" dirty="0" err="1"/>
              <a:t>clf</a:t>
            </a:r>
            <a:r>
              <a:rPr lang="en-GB" sz="1100" dirty="0"/>
              <a:t>__</a:t>
            </a:r>
            <a:r>
              <a:rPr lang="en-GB" sz="1100" dirty="0" err="1"/>
              <a:t>n_estimators</a:t>
            </a:r>
            <a:r>
              <a:rPr lang="en-GB" sz="1100" dirty="0"/>
              <a:t>": [200, 500]</a:t>
            </a:r>
          </a:p>
          <a:p>
            <a:pPr lvl="2"/>
            <a:r>
              <a:rPr lang="en-GB" sz="1100" dirty="0"/>
              <a:t>GB: </a:t>
            </a:r>
          </a:p>
          <a:p>
            <a:pPr lvl="3"/>
            <a:r>
              <a:rPr lang="en-GB" sz="1000" dirty="0"/>
              <a:t>"</a:t>
            </a:r>
            <a:r>
              <a:rPr lang="en-GB" sz="1000" dirty="0" err="1"/>
              <a:t>clf</a:t>
            </a:r>
            <a:r>
              <a:rPr lang="en-GB" sz="1000" dirty="0"/>
              <a:t>__</a:t>
            </a:r>
            <a:r>
              <a:rPr lang="en-GB" sz="1000" dirty="0" err="1"/>
              <a:t>n_estimators</a:t>
            </a:r>
            <a:r>
              <a:rPr lang="en-GB" sz="1000" dirty="0"/>
              <a:t>": [100, 200]</a:t>
            </a:r>
          </a:p>
          <a:p>
            <a:pPr lvl="3"/>
            <a:r>
              <a:rPr lang="en-GB" sz="1000" dirty="0"/>
              <a:t>"</a:t>
            </a:r>
            <a:r>
              <a:rPr lang="en-GB" sz="1000" dirty="0" err="1"/>
              <a:t>clf</a:t>
            </a:r>
            <a:r>
              <a:rPr lang="en-GB" sz="1000" dirty="0"/>
              <a:t>__</a:t>
            </a:r>
            <a:r>
              <a:rPr lang="en-GB" sz="1000" dirty="0" err="1"/>
              <a:t>learning_rate</a:t>
            </a:r>
            <a:r>
              <a:rPr lang="en-GB" sz="1000" dirty="0"/>
              <a:t>": [0.05, 0.1]</a:t>
            </a:r>
          </a:p>
          <a:p>
            <a:pPr lvl="3"/>
            <a:endParaRPr lang="en-GB" sz="1000" dirty="0"/>
          </a:p>
          <a:p>
            <a:pPr lvl="2"/>
            <a:endParaRPr lang="en-GB" sz="1100" dirty="0"/>
          </a:p>
          <a:p>
            <a:pPr lvl="2"/>
            <a:endParaRPr lang="en-GB" sz="1100" dirty="0"/>
          </a:p>
          <a:p>
            <a:pPr lvl="2"/>
            <a:endParaRPr lang="en-GB" sz="1100" dirty="0"/>
          </a:p>
          <a:p>
            <a:pPr lvl="2"/>
            <a:endParaRPr lang="en-GB" sz="1100" dirty="0"/>
          </a:p>
          <a:p>
            <a:endParaRPr lang="en-DE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CE3A41-AF1B-1AF5-C80E-7BADD5F5B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808" y="4705319"/>
            <a:ext cx="7772400" cy="141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822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01AF5FBB-9FDC-4D75-9DD6-DAF01ED19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33BBBE6-F4CF-483E-BA74-B51421B4D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4C790028-99AE-4AE4-8269-9913E2D50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936A2A-FE08-4EE0-A409-3EF3FA244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AF0407B-48CB-4C05-B0D7-7A69A0D40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DC50C3D-0DA0-4914-B5B4-D1819CC69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E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CF9E583-1A92-4144-B4FA-81D98317F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847489EB-355C-4170-8C70-5CDD42EFD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21CC0F3-7B68-4C9C-999A-74F8925C3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EB18ECF-1C11-48BB-8C2B-DC5532A90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D8887E40-5A0B-4897-80F0-0BAFAAB61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2E3B1B6-DAAA-408B-A99C-2A7EE040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A72B882-D016-4849-AF04-88E39D13A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B25EF-AB6E-B136-4E83-FD5AD9897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6398" y="5166420"/>
            <a:ext cx="8440564" cy="10450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Results on Train Data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1FF9E96-6955-4599-A2D0-1FF57939C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0531" y="647188"/>
            <a:ext cx="9091538" cy="32972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aph of a performance&#10;&#10;AI-generated content may be incorrect.">
            <a:extLst>
              <a:ext uri="{FF2B5EF4-FFF2-40B4-BE49-F238E27FC236}">
                <a16:creationId xmlns:a16="http://schemas.microsoft.com/office/drawing/2014/main" id="{B2D1A4B6-67BD-055E-4E0A-40E3E8E535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2352016" y="972646"/>
            <a:ext cx="7676474" cy="2648383"/>
          </a:xfrm>
          <a:prstGeom prst="rect">
            <a:avLst/>
          </a:prstGeom>
          <a:ln>
            <a:noFill/>
          </a:ln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A15CFF31-2A56-4E24-9263-DC4342144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82966" y="888935"/>
            <a:ext cx="8613076" cy="2818547"/>
          </a:xfrm>
          <a:prstGeom prst="rect">
            <a:avLst/>
          </a:prstGeom>
          <a:noFill/>
          <a:ln w="9525">
            <a:solidFill>
              <a:schemeClr val="accent6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F8907EB-52AA-4516-BC6A-7861CE077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98F2CA-C13E-AC1E-1B03-1AA8620B5487}"/>
              </a:ext>
            </a:extLst>
          </p:cNvPr>
          <p:cNvSpPr txBox="1"/>
          <p:nvPr/>
        </p:nvSpPr>
        <p:spPr>
          <a:xfrm>
            <a:off x="1165199" y="4294453"/>
            <a:ext cx="963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GitHub Link with all the models: </a:t>
            </a:r>
            <a:r>
              <a:rPr lang="en-GB" dirty="0"/>
              <a:t>https://</a:t>
            </a:r>
            <a:r>
              <a:rPr lang="en-GB" dirty="0" err="1"/>
              <a:t>github.com</a:t>
            </a:r>
            <a:r>
              <a:rPr lang="en-GB" dirty="0"/>
              <a:t>/</a:t>
            </a:r>
            <a:r>
              <a:rPr lang="en-GB" dirty="0" err="1"/>
              <a:t>ionASE</a:t>
            </a:r>
            <a:r>
              <a:rPr lang="en-GB" dirty="0"/>
              <a:t>-coder/AI-Strategy-and-Digital-Transformation-Project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085047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63C42-22E0-E887-37FE-C9AB3F138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Best Model: Decision Tree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2BC69-8D4A-736F-3979-019BAE43F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DE" dirty="0"/>
              <a:t>Hyperparameters: </a:t>
            </a:r>
            <a:r>
              <a:rPr lang="en-GB" dirty="0"/>
              <a:t>{'</a:t>
            </a:r>
            <a:r>
              <a:rPr lang="en-GB" dirty="0" err="1"/>
              <a:t>clf</a:t>
            </a:r>
            <a:r>
              <a:rPr lang="en-GB" dirty="0"/>
              <a:t>__</a:t>
            </a:r>
            <a:r>
              <a:rPr lang="en-GB" dirty="0" err="1"/>
              <a:t>max_depth</a:t>
            </a:r>
            <a:r>
              <a:rPr lang="en-GB" dirty="0"/>
              <a:t>': 10, '</a:t>
            </a:r>
            <a:r>
              <a:rPr lang="en-GB" dirty="0" err="1"/>
              <a:t>clf</a:t>
            </a:r>
            <a:r>
              <a:rPr lang="en-GB" dirty="0"/>
              <a:t>__</a:t>
            </a:r>
            <a:r>
              <a:rPr lang="en-GB" dirty="0" err="1"/>
              <a:t>min_samples_leaf</a:t>
            </a:r>
            <a:r>
              <a:rPr lang="en-GB" dirty="0"/>
              <a:t>’: 5}</a:t>
            </a:r>
            <a:endParaRPr lang="en-DE" dirty="0"/>
          </a:p>
          <a:p>
            <a:r>
              <a:rPr lang="en-DE" dirty="0"/>
              <a:t>The balanced accuracy in CrossValidation: 71,6%</a:t>
            </a:r>
          </a:p>
          <a:p>
            <a:r>
              <a:rPr lang="en-DE" dirty="0"/>
              <a:t>The balanced accuracy on training data, once fitted: 76,7%</a:t>
            </a:r>
          </a:p>
          <a:p>
            <a:r>
              <a:rPr lang="en-DE" dirty="0"/>
              <a:t>The predicted balanced accuracy on test data…..70%</a:t>
            </a:r>
          </a:p>
        </p:txBody>
      </p:sp>
    </p:spTree>
    <p:extLst>
      <p:ext uri="{BB962C8B-B14F-4D97-AF65-F5344CB8AC3E}">
        <p14:creationId xmlns:p14="http://schemas.microsoft.com/office/powerpoint/2010/main" val="26936775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258</TotalTime>
  <Words>424</Words>
  <Application>Microsoft Macintosh PowerPoint</Application>
  <PresentationFormat>Widescreen</PresentationFormat>
  <Paragraphs>145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MS Shell Dlg 2</vt:lpstr>
      <vt:lpstr>Wingdings</vt:lpstr>
      <vt:lpstr>Wingdings 3</vt:lpstr>
      <vt:lpstr>Madison</vt:lpstr>
      <vt:lpstr>AI Strategy and Digital Tranformation</vt:lpstr>
      <vt:lpstr>Outline</vt:lpstr>
      <vt:lpstr>Chosen Models</vt:lpstr>
      <vt:lpstr>Logistic Regression</vt:lpstr>
      <vt:lpstr>Kneigbours Classiifier</vt:lpstr>
      <vt:lpstr>Support Vector Machine</vt:lpstr>
      <vt:lpstr>Decision Tree Classifier</vt:lpstr>
      <vt:lpstr>Random Forest Classifier </vt:lpstr>
      <vt:lpstr>Gradient Boosting Classifier</vt:lpstr>
      <vt:lpstr>Approach: Choosing the models </vt:lpstr>
      <vt:lpstr>Results on Train Data</vt:lpstr>
      <vt:lpstr>Best Model: Decision Tree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Ionescu D P Marc-Eduard</dc:creator>
  <cp:lastModifiedBy>Ionescu D P Marc-Eduard</cp:lastModifiedBy>
  <cp:revision>1</cp:revision>
  <dcterms:created xsi:type="dcterms:W3CDTF">2026-01-29T13:15:14Z</dcterms:created>
  <dcterms:modified xsi:type="dcterms:W3CDTF">2026-02-04T15:00:22Z</dcterms:modified>
</cp:coreProperties>
</file>